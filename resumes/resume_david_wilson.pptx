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David Wilson - 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DevOps Engineer</a:t>
            </a:r>
            <a:br/>
            <a:r>
              <a:t>Email: david.wilson@example.com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Professional Summary:</a:t>
            </a:r>
          </a:p>
          <a:p>
            <a:pPr>
              <a:defRPr sz="1400"/>
            </a:pPr>
            <a:r>
              <a:t>Systems and Cloud Engineer focused on infrastructure automation, container orchestration, and continuous integration/delivery pipeline optimization in AWS environments.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Skills &amp;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/>
            </a:pPr>
            <a:r>
              <a:t>Skills: Kubernetes, AWS, Terraform, Docker, Ansible, Jenkins, Bash, Python</a:t>
            </a:r>
          </a:p>
          <a:p/>
          <a:p>
            <a:pPr>
              <a:defRPr b="1" sz="1600"/>
            </a:pPr>
            <a:r>
              <a:t>Work Experience:</a:t>
            </a:r>
          </a:p>
          <a:p>
            <a:pPr>
              <a:defRPr sz="1200"/>
            </a:pPr>
            <a:r>
              <a:t>- DevOps Engineer | CloudScale (2023 - Present): Provisioned multi-region AWS environments using Terraform and managed EKS clusters.</a:t>
            </a:r>
          </a:p>
          <a:p>
            <a:pPr>
              <a:defRPr sz="1200"/>
            </a:pPr>
            <a:r>
              <a:t>- System Administrator | NetOps (2021 - 2023): Maintained Linux servers and automated deployments with Ansible and Jenkins pipelines.</a:t>
            </a:r>
          </a:p>
          <a:p>
            <a:br/>
            <a:pPr>
              <a:defRPr sz="1200"/>
            </a:pPr>
            <a:r>
              <a:t>Education: B.S. in Network Engineering | University of Illinois (2021)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