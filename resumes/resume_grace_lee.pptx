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Grace Lee - 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Mobile App Developer</a:t>
            </a:r>
            <a:br/>
            <a:r>
              <a:t>Email: grace.lee@example.com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Professional Summary:</a:t>
            </a:r>
          </a:p>
          <a:p>
            <a:pPr>
              <a:defRPr sz="1400"/>
            </a:pPr>
            <a:r>
              <a:t>Dedicated Mobile Developer with 4 years of experience building native iOS and Android apps. Proven track record of publishing top-rated apps on App Store and Google 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/>
            </a:pPr>
            <a:r>
              <a:t>Skills &amp;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/>
            </a:pPr>
            <a:r>
              <a:t>Skills: Swift, iOS, SwiftUI, Kotlin, Android, Flutter, Git, REST APIs</a:t>
            </a:r>
          </a:p>
          <a:p/>
          <a:p>
            <a:pPr>
              <a:defRPr b="1" sz="1600"/>
            </a:pPr>
            <a:r>
              <a:t>Work Experience:</a:t>
            </a:r>
          </a:p>
          <a:p>
            <a:pPr>
              <a:defRPr sz="1200"/>
            </a:pPr>
            <a:r>
              <a:t>- Mobile Developer | AppNation (2022 - Present): Developed and maintained 3 native iOS apps using SwiftUI, achieving average 4.7-star rating.</a:t>
            </a:r>
          </a:p>
          <a:p>
            <a:pPr>
              <a:defRPr sz="1200"/>
            </a:pPr>
            <a:r>
              <a:t>- Android Developer | TechLab (2020 - 2022): Implemented key feature updates in Kotlin for a high-traffic Android navigation application.</a:t>
            </a:r>
          </a:p>
          <a:p>
            <a:br/>
            <a:pPr>
              <a:defRPr sz="1200"/>
            </a:pPr>
            <a:r>
              <a:t>Education: B.S. in Software Engineering | Boston University (2020)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