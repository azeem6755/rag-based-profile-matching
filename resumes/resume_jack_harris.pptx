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Jack Harris - 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Cybersecurity Engineer</a:t>
            </a:r>
            <a:br/>
            <a:r>
              <a:t>Email: jack.harris@example.com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Professional Summary:</a:t>
            </a:r>
          </a:p>
          <a:p>
            <a:pPr>
              <a:defRPr sz="1400"/>
            </a:pPr>
            <a:r>
              <a:t>Certified security expert with 5 years of experience in penetration testing, threat modeling, vulnerability management, and securing cloud infrastructure.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Skills &amp;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Skills: Penetration Testing, OWASP, Kali Linux, Wireshark, AWS Security, Network Security, Python</a:t>
            </a:r>
          </a:p>
          <a:p/>
          <a:p>
            <a:pPr>
              <a:defRPr b="1" sz="1600"/>
            </a:pPr>
            <a:r>
              <a:t>Work Experience:</a:t>
            </a:r>
          </a:p>
          <a:p>
            <a:pPr>
              <a:defRPr sz="1200"/>
            </a:pPr>
            <a:r>
              <a:t>- Security Engineer | CyberShield (2022 - Present): Conducted internal and external penetration testing, discovering and remediating 20+ critical issues.</a:t>
            </a:r>
          </a:p>
          <a:p>
            <a:pPr>
              <a:defRPr sz="1200"/>
            </a:pPr>
            <a:r>
              <a:t>- Security Analyst | TrustCorp (2019 - 2022): Monitored SIEM alerts and investigated potential network intrusions and system vulnerabilities.</a:t>
            </a:r>
          </a:p>
          <a:p>
            <a:br/>
            <a:pPr>
              <a:defRPr sz="1200"/>
            </a:pPr>
            <a:r>
              <a:t>Education: B.S. in Cybersecurity | Purdue University (2019)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